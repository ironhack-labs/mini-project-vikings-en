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erriweath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db85db15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db85db15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db85db15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db85db15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db4b7f0e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db4b7f0e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db4b7f0e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db4b7f0e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db4b7f0e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db4b7f0e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db85db150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db85db150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db85db1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db85db1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db85db15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db85db15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db85db15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db85db15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db85db15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db85db15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" y="4063125"/>
            <a:ext cx="7279800" cy="99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Vikings &amp; Co.</a:t>
            </a:r>
            <a:endParaRPr sz="72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1280125" y="633575"/>
            <a:ext cx="635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Challenges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280125" y="1206275"/>
            <a:ext cx="6383400" cy="3416400"/>
          </a:xfrm>
          <a:prstGeom prst="rect">
            <a:avLst/>
          </a:prstGeom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❖"/>
            </a:pPr>
            <a:r>
              <a:rPr lang="en" sz="1700">
                <a:solidFill>
                  <a:schemeClr val="lt1"/>
                </a:solidFill>
              </a:rPr>
              <a:t>Readability of the file through extensions.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❖"/>
            </a:pPr>
            <a:r>
              <a:rPr lang="en" sz="1700">
                <a:solidFill>
                  <a:schemeClr val="lt1"/>
                </a:solidFill>
              </a:rPr>
              <a:t>Stuck?? No idea what to do next?? Bernardo the saviour!!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❖"/>
            </a:pPr>
            <a:r>
              <a:rPr lang="en" sz="1700">
                <a:solidFill>
                  <a:schemeClr val="lt1"/>
                </a:solidFill>
              </a:rPr>
              <a:t>Writing the code exactly as per the test expects the output</a:t>
            </a:r>
            <a:endParaRPr sz="1700">
              <a:solidFill>
                <a:schemeClr val="lt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➢"/>
            </a:pPr>
            <a:r>
              <a:rPr lang="en">
                <a:solidFill>
                  <a:schemeClr val="lt1"/>
                </a:solidFill>
              </a:rPr>
              <a:t>Code is fine, what is the problem!!!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➢"/>
            </a:pPr>
            <a:r>
              <a:rPr lang="en">
                <a:solidFill>
                  <a:schemeClr val="lt1"/>
                </a:solidFill>
              </a:rPr>
              <a:t>Result not as expected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readme 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3108" y="0"/>
            <a:ext cx="457089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915300"/>
            <a:ext cx="38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Readme readability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413350"/>
            <a:ext cx="38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Solution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6" name="Google Shape;76;p17" title="sedgswgeg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62" y="1047226"/>
            <a:ext cx="8216876" cy="30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 txBox="1"/>
          <p:nvPr/>
        </p:nvSpPr>
        <p:spPr>
          <a:xfrm>
            <a:off x="2572950" y="4157450"/>
            <a:ext cx="399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CTRL + SHIFT + V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41350" y="893550"/>
            <a:ext cx="38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Inconvenience solved!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3" name="Google Shape;83;p18" title="dsghgwseghweas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3108" y="0"/>
            <a:ext cx="457089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674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Challenges- Yoan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❖"/>
            </a:pPr>
            <a:r>
              <a:rPr lang="en" sz="1700">
                <a:solidFill>
                  <a:schemeClr val="lt1"/>
                </a:solidFill>
              </a:rPr>
              <a:t>Sometimes you really don`t know how to continue -&gt; </a:t>
            </a:r>
            <a:r>
              <a:rPr b="1" lang="en" sz="1700">
                <a:solidFill>
                  <a:schemeClr val="lt1"/>
                </a:solidFill>
              </a:rPr>
              <a:t>ASK A PEER</a:t>
            </a:r>
            <a:endParaRPr b="1" sz="17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0" name="Google Shape;9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2600" y="1757475"/>
            <a:ext cx="3224201" cy="29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750" y="3109625"/>
            <a:ext cx="4810125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 txBox="1"/>
          <p:nvPr/>
        </p:nvSpPr>
        <p:spPr>
          <a:xfrm>
            <a:off x="678800" y="1769975"/>
            <a:ext cx="4860900" cy="15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Solved problems: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</a:rPr>
              <a:t>random.choice()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</a:rPr>
              <a:t>condition IF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698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Challenges- Jenifar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</a:pPr>
            <a:r>
              <a:rPr lang="en">
                <a:solidFill>
                  <a:schemeClr val="lt1"/>
                </a:solidFill>
              </a:rPr>
              <a:t>The test keeps failing even when the code has no error!</a:t>
            </a:r>
            <a:endParaRPr>
              <a:solidFill>
                <a:schemeClr val="lt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➢"/>
            </a:pPr>
            <a:r>
              <a:rPr b="1" lang="en">
                <a:solidFill>
                  <a:schemeClr val="lt1"/>
                </a:solidFill>
              </a:rPr>
              <a:t>“FOLLOW THE TEXT IN THE INSTRUCTIONS!”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140550"/>
            <a:ext cx="8520601" cy="242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382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Challenges- Victor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549050"/>
            <a:ext cx="3846900" cy="20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ERROR		!=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Check </a:t>
            </a:r>
            <a:r>
              <a:rPr b="1" i="1" lang="en">
                <a:solidFill>
                  <a:schemeClr val="lt1"/>
                </a:solidFill>
              </a:rPr>
              <a:t>showStatus</a:t>
            </a:r>
            <a:r>
              <a:rPr lang="en">
                <a:solidFill>
                  <a:schemeClr val="lt1"/>
                </a:solidFill>
              </a:rPr>
              <a:t> </a:t>
            </a:r>
            <a:r>
              <a:rPr i="1" lang="en">
                <a:solidFill>
                  <a:schemeClr val="lt1"/>
                </a:solidFill>
              </a:rPr>
              <a:t>return</a:t>
            </a:r>
            <a:r>
              <a:rPr lang="en">
                <a:solidFill>
                  <a:schemeClr val="lt1"/>
                </a:solidFill>
              </a:rPr>
              <a:t> message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Not a spelling issue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6" name="Google Shape;106;p21" title="gagswegwagawq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1146" y="0"/>
            <a:ext cx="500285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68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How we manage </a:t>
            </a:r>
            <a:r>
              <a:rPr lang="en">
                <a:solidFill>
                  <a:schemeClr val="lt1"/>
                </a:solidFill>
              </a:rPr>
              <a:t>the</a:t>
            </a:r>
            <a:r>
              <a:rPr lang="en">
                <a:solidFill>
                  <a:schemeClr val="lt1"/>
                </a:solidFill>
              </a:rPr>
              <a:t> team work? - Bernardo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28975"/>
            <a:ext cx="708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🎯 </a:t>
            </a:r>
            <a:r>
              <a:rPr b="1" lang="en" sz="1400" u="sng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Clear task distribution</a:t>
            </a:r>
            <a:endParaRPr b="1" sz="1400" u="sng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💬 </a:t>
            </a:r>
            <a:r>
              <a:rPr b="1" lang="en" sz="1400" u="sng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Open communication</a:t>
            </a: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, we shared doubts and solutions throughout the process.</a:t>
            </a:r>
            <a:endParaRPr sz="14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🤝 </a:t>
            </a:r>
            <a:r>
              <a:rPr b="1" lang="en" sz="1400" u="sng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Mutual support</a:t>
            </a: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, when someone got stuck, the team helped debug and explain.</a:t>
            </a:r>
            <a:endParaRPr sz="14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🐛 </a:t>
            </a:r>
            <a:r>
              <a:rPr b="1" lang="en" sz="1400" u="sng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Collaborative debugging</a:t>
            </a: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, correcting errors all together like the typing message ones, that were the most common.</a:t>
            </a:r>
            <a:endParaRPr sz="14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⚡ Different paces, same goal (</a:t>
            </a:r>
            <a:r>
              <a:rPr b="1" lang="en" sz="1400" u="sng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All together</a:t>
            </a: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sz="14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erriweather"/>
              <a:buChar char="-"/>
            </a:pP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✅ We make sure that all the test were passing</a:t>
            </a:r>
            <a:endParaRPr sz="14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ctrTitle"/>
          </p:nvPr>
        </p:nvSpPr>
        <p:spPr>
          <a:xfrm>
            <a:off x="311700" y="744575"/>
            <a:ext cx="8520600" cy="65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Key t</a:t>
            </a:r>
            <a:r>
              <a:rPr lang="en" sz="2500">
                <a:solidFill>
                  <a:schemeClr val="lt1"/>
                </a:solidFill>
              </a:rPr>
              <a:t>akeaways</a:t>
            </a:r>
            <a:r>
              <a:rPr lang="en" sz="2500">
                <a:solidFill>
                  <a:schemeClr val="lt1"/>
                </a:solidFill>
              </a:rPr>
              <a:t>: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118" name="Google Shape;118;p23"/>
          <p:cNvSpPr txBox="1"/>
          <p:nvPr/>
        </p:nvSpPr>
        <p:spPr>
          <a:xfrm>
            <a:off x="811325" y="1801300"/>
            <a:ext cx="73782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❖"/>
            </a:pPr>
            <a:r>
              <a:rPr b="1" lang="en" sz="1200">
                <a:solidFill>
                  <a:schemeClr val="lt1"/>
                </a:solidFill>
              </a:rPr>
              <a:t>Teamwork matters</a:t>
            </a:r>
            <a:r>
              <a:rPr lang="en" sz="1200">
                <a:solidFill>
                  <a:schemeClr val="lt1"/>
                </a:solidFill>
              </a:rPr>
              <a:t> — collaborating effectively helped us combine different strengths.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❖"/>
            </a:pPr>
            <a:r>
              <a:rPr b="1" lang="en" sz="1200">
                <a:solidFill>
                  <a:schemeClr val="lt1"/>
                </a:solidFill>
              </a:rPr>
              <a:t>Clear communication</a:t>
            </a:r>
            <a:r>
              <a:rPr lang="en" sz="1200">
                <a:solidFill>
                  <a:schemeClr val="lt1"/>
                </a:solidFill>
              </a:rPr>
              <a:t> — regular check‑ins and shared planning.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❖"/>
            </a:pPr>
            <a:r>
              <a:rPr b="1" lang="en" sz="1200">
                <a:solidFill>
                  <a:schemeClr val="lt1"/>
                </a:solidFill>
              </a:rPr>
              <a:t>Technical growth</a:t>
            </a:r>
            <a:r>
              <a:rPr lang="en" sz="1200">
                <a:solidFill>
                  <a:schemeClr val="lt1"/>
                </a:solidFill>
              </a:rPr>
              <a:t> — we learned debugging strategies and writing cleaner codes.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❖"/>
            </a:pPr>
            <a:r>
              <a:rPr b="1" lang="en" sz="1200">
                <a:solidFill>
                  <a:schemeClr val="lt1"/>
                </a:solidFill>
              </a:rPr>
              <a:t>Problem‑solving mindset</a:t>
            </a:r>
            <a:r>
              <a:rPr lang="en" sz="1200">
                <a:solidFill>
                  <a:schemeClr val="lt1"/>
                </a:solidFill>
              </a:rPr>
              <a:t> — challenges became opportunities to rethink our approach.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❖"/>
            </a:pPr>
            <a:r>
              <a:rPr b="1" lang="en" sz="1200">
                <a:solidFill>
                  <a:schemeClr val="lt1"/>
                </a:solidFill>
              </a:rPr>
              <a:t>Working with tests</a:t>
            </a:r>
            <a:r>
              <a:rPr lang="en" sz="1200">
                <a:solidFill>
                  <a:schemeClr val="lt1"/>
                </a:solidFill>
              </a:rPr>
              <a:t> — automated tests helped us verify correctness and catch hidden bugs.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