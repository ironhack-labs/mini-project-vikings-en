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oboto Mon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botoMono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italic.fntdata"/><Relationship Id="rId6" Type="http://schemas.openxmlformats.org/officeDocument/2006/relationships/slide" Target="slides/slide1.xml"/><Relationship Id="rId18" Type="http://schemas.openxmlformats.org/officeDocument/2006/relationships/font" Target="fonts/RobotoMon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8af7f4249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8af7f4249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8af7f4249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8af7f4249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8af7f4249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8af7f4249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8af7f4249c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8af7f4249c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8af7f4249c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8af7f4249c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8af7f4249c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8af7f4249c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8af7f4249c_2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8af7f4249c_2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af7f4249c_2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8af7f4249c_2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8af7f4249c_2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8af7f4249c_2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8af7f4249c_2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8af7f4249c_2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4-testwar.py" TargetMode="External"/><Relationship Id="rId4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657650" y="750300"/>
            <a:ext cx="5683200" cy="364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755"/>
              <a:t>Vikings War Game</a:t>
            </a:r>
            <a:r>
              <a:rPr lang="es"/>
              <a:t> </a:t>
            </a:r>
            <a:br>
              <a:rPr lang="es"/>
            </a:br>
            <a:br>
              <a:rPr lang="es"/>
            </a:br>
            <a:br>
              <a:rPr lang="es"/>
            </a:br>
            <a:r>
              <a:rPr lang="es" sz="2733"/>
              <a:t>Vikings - Mini Project </a:t>
            </a:r>
            <a:endParaRPr sz="273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4138500" y="3734825"/>
            <a:ext cx="5005500" cy="15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981"/>
              <a:t>Group: </a:t>
            </a:r>
            <a:br>
              <a:rPr lang="es"/>
            </a:br>
            <a:r>
              <a:rPr lang="es"/>
              <a:t>Diogo Silva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Rafael Rocha </a:t>
            </a:r>
            <a:br>
              <a:rPr lang="es"/>
            </a:br>
            <a:r>
              <a:rPr lang="es"/>
              <a:t>Hayley Lee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Frank Sarfo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Bosco</a:t>
            </a:r>
            <a:br>
              <a:rPr lang="es"/>
            </a:br>
            <a:endParaRPr/>
          </a:p>
        </p:txBody>
      </p:sp>
      <p:pic>
        <p:nvPicPr>
          <p:cNvPr id="56" name="Google Shape;56;p13" title="images-2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83150"/>
            <a:ext cx="4138500" cy="43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5934500" y="-448100"/>
            <a:ext cx="918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2620"/>
              <a:t>Introduction</a:t>
            </a:r>
            <a:endParaRPr b="1" sz="2620"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chemeClr val="dk1"/>
                </a:solidFill>
              </a:rPr>
              <a:t>Mini-Project: Vikings vs. Saxons</a:t>
            </a:r>
            <a:endParaRPr b="1" sz="26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 sz="1400">
                <a:solidFill>
                  <a:schemeClr val="dk1"/>
                </a:solidFill>
              </a:rPr>
              <a:t>Topic:</a:t>
            </a:r>
            <a:r>
              <a:rPr lang="es" sz="1400">
                <a:solidFill>
                  <a:schemeClr val="dk1"/>
                </a:solidFill>
              </a:rPr>
              <a:t> Inheritance and OOP (Object-Oriented Programming) in Python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 sz="1400">
                <a:solidFill>
                  <a:schemeClr val="dk1"/>
                </a:solidFill>
              </a:rPr>
              <a:t>Goal:</a:t>
            </a:r>
            <a:r>
              <a:rPr lang="es" sz="1400">
                <a:solidFill>
                  <a:schemeClr val="dk1"/>
                </a:solidFill>
              </a:rPr>
              <a:t> Modify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vikingsClasses.py</a:t>
            </a:r>
            <a:r>
              <a:rPr lang="es" sz="1400">
                <a:solidFill>
                  <a:srgbClr val="000000"/>
                </a:solidFill>
              </a:rPr>
              <a:t> </a:t>
            </a:r>
            <a:r>
              <a:rPr lang="es" sz="1400">
                <a:solidFill>
                  <a:schemeClr val="dk1"/>
                </a:solidFill>
              </a:rPr>
              <a:t>until </a:t>
            </a:r>
            <a:r>
              <a:rPr b="1" lang="es" sz="1400">
                <a:solidFill>
                  <a:schemeClr val="dk1"/>
                </a:solidFill>
              </a:rPr>
              <a:t>all tests pass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 sz="1400">
                <a:solidFill>
                  <a:schemeClr val="dk1"/>
                </a:solidFill>
              </a:rPr>
              <a:t>Test files:</a:t>
            </a:r>
            <a:r>
              <a:rPr lang="es" sz="1400">
                <a:solidFill>
                  <a:schemeClr val="dk1"/>
                </a:solidFill>
              </a:rPr>
              <a:t>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1-testSoldier.py</a:t>
            </a:r>
            <a:r>
              <a:rPr lang="es" sz="1400">
                <a:solidFill>
                  <a:srgbClr val="000000"/>
                </a:solidFill>
              </a:rPr>
              <a:t>,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2-testVikings.py</a:t>
            </a:r>
            <a:r>
              <a:rPr lang="es" sz="1400">
                <a:solidFill>
                  <a:srgbClr val="000000"/>
                </a:solidFill>
              </a:rPr>
              <a:t>,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3-testSaxons.py</a:t>
            </a:r>
            <a:r>
              <a:rPr lang="es" sz="1400">
                <a:solidFill>
                  <a:srgbClr val="188038"/>
                </a:solidFill>
              </a:rPr>
              <a:t>, </a:t>
            </a:r>
            <a:r>
              <a:rPr lang="es" sz="1400" u="sng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4-testWar.py</a:t>
            </a:r>
            <a:br>
              <a:rPr b="1" lang="es" sz="2600">
                <a:solidFill>
                  <a:schemeClr val="dk1"/>
                </a:solidFill>
              </a:rPr>
            </a:br>
            <a:br>
              <a:rPr b="1" lang="es" sz="2600">
                <a:solidFill>
                  <a:schemeClr val="dk1"/>
                </a:solidFill>
              </a:rPr>
            </a:br>
            <a:r>
              <a:rPr b="1" lang="es" sz="2600">
                <a:solidFill>
                  <a:schemeClr val="dk1"/>
                </a:solidFill>
              </a:rPr>
              <a:t>Game Story</a:t>
            </a:r>
            <a:endParaRPr b="1" sz="26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chemeClr val="dk1"/>
                </a:solidFill>
              </a:rPr>
              <a:t>Two rival armies: </a:t>
            </a:r>
            <a:r>
              <a:rPr b="1" lang="es" sz="1400">
                <a:solidFill>
                  <a:schemeClr val="dk1"/>
                </a:solidFill>
              </a:rPr>
              <a:t>Vikings</a:t>
            </a:r>
            <a:r>
              <a:rPr lang="es" sz="1400">
                <a:solidFill>
                  <a:schemeClr val="dk1"/>
                </a:solidFill>
              </a:rPr>
              <a:t> and </a:t>
            </a:r>
            <a:r>
              <a:rPr b="1" lang="es" sz="1400">
                <a:solidFill>
                  <a:schemeClr val="dk1"/>
                </a:solidFill>
              </a:rPr>
              <a:t>Saxons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chemeClr val="dk1"/>
                </a:solidFill>
              </a:rPr>
              <a:t>Each warrior is a </a:t>
            </a:r>
            <a:r>
              <a:rPr b="1" lang="es" sz="1400">
                <a:solidFill>
                  <a:schemeClr val="dk1"/>
                </a:solidFill>
              </a:rPr>
              <a:t>Soldier</a:t>
            </a:r>
            <a:r>
              <a:rPr lang="es" sz="1400">
                <a:solidFill>
                  <a:schemeClr val="dk1"/>
                </a:solidFill>
              </a:rPr>
              <a:t> with </a:t>
            </a:r>
            <a:r>
              <a:rPr b="1" lang="es" sz="1400">
                <a:solidFill>
                  <a:schemeClr val="dk1"/>
                </a:solidFill>
              </a:rPr>
              <a:t>health</a:t>
            </a:r>
            <a:r>
              <a:rPr lang="es" sz="1400">
                <a:solidFill>
                  <a:schemeClr val="dk1"/>
                </a:solidFill>
              </a:rPr>
              <a:t> and </a:t>
            </a:r>
            <a:r>
              <a:rPr b="1" lang="es" sz="1400">
                <a:solidFill>
                  <a:schemeClr val="dk1"/>
                </a:solidFill>
              </a:rPr>
              <a:t>strength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chemeClr val="dk1"/>
                </a:solidFill>
              </a:rPr>
              <a:t>The war unfolds in rounds — random attacks until one army wins</a:t>
            </a:r>
            <a:endParaRPr sz="2100"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33096" y="178125"/>
            <a:ext cx="1977324" cy="1983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2620"/>
              <a:t>Architecture (OOP Design)</a:t>
            </a:r>
            <a:endParaRPr b="1" sz="2620"/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500">
                <a:solidFill>
                  <a:schemeClr val="dk1"/>
                </a:solidFill>
              </a:rPr>
              <a:t>Classes &amp; Inheritance</a:t>
            </a:r>
            <a:endParaRPr b="1" sz="15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Soldier</a:t>
            </a:r>
            <a:r>
              <a:rPr lang="es" sz="1400">
                <a:solidFill>
                  <a:schemeClr val="dk1"/>
                </a:solidFill>
              </a:rPr>
              <a:t> (base class): defines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health</a:t>
            </a:r>
            <a:r>
              <a:rPr lang="es" sz="1400">
                <a:solidFill>
                  <a:srgbClr val="188038"/>
                </a:solidFill>
              </a:rPr>
              <a:t>,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strength</a:t>
            </a:r>
            <a:endParaRPr sz="14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Viking(Soldier)</a:t>
            </a:r>
            <a:r>
              <a:rPr lang="es" sz="1400">
                <a:solidFill>
                  <a:schemeClr val="dk1"/>
                </a:solidFill>
              </a:rPr>
              <a:t>: adds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name</a:t>
            </a:r>
            <a:r>
              <a:rPr lang="es" sz="1400">
                <a:solidFill>
                  <a:schemeClr val="dk1"/>
                </a:solidFill>
              </a:rPr>
              <a:t> and custom damage messages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Saxon(Soldier)</a:t>
            </a:r>
            <a:r>
              <a:rPr lang="es" sz="1400">
                <a:solidFill>
                  <a:schemeClr val="dk1"/>
                </a:solidFill>
              </a:rPr>
              <a:t>: no name; unique damage messages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War</a:t>
            </a:r>
            <a:r>
              <a:rPr lang="es" sz="1400">
                <a:solidFill>
                  <a:schemeClr val="dk1"/>
                </a:solidFill>
              </a:rPr>
              <a:t>: orchestrates both armies and manages battles 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500">
                <a:solidFill>
                  <a:schemeClr val="dk1"/>
                </a:solidFill>
              </a:rPr>
              <a:t>Core Concepts Used</a:t>
            </a:r>
            <a:endParaRPr b="1" sz="15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 sz="1400">
                <a:solidFill>
                  <a:schemeClr val="dk1"/>
                </a:solidFill>
              </a:rPr>
              <a:t>Encapsulation</a:t>
            </a:r>
            <a:r>
              <a:rPr lang="es" sz="1400">
                <a:solidFill>
                  <a:schemeClr val="dk1"/>
                </a:solidFill>
              </a:rPr>
              <a:t> (attributes &amp; methods per class)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 sz="1400">
                <a:solidFill>
                  <a:schemeClr val="dk1"/>
                </a:solidFill>
              </a:rPr>
              <a:t>Inheritance</a:t>
            </a:r>
            <a:r>
              <a:rPr lang="es" sz="1400">
                <a:solidFill>
                  <a:schemeClr val="dk1"/>
                </a:solidFill>
              </a:rPr>
              <a:t> (Viking &amp; Saxon reuse Soldier logic)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 sz="1400">
                <a:solidFill>
                  <a:schemeClr val="dk1"/>
                </a:solidFill>
              </a:rPr>
              <a:t>Polymorphism</a:t>
            </a:r>
            <a:r>
              <a:rPr lang="es" sz="1400">
                <a:solidFill>
                  <a:schemeClr val="dk1"/>
                </a:solidFill>
              </a:rPr>
              <a:t> (different </a:t>
            </a:r>
            <a:r>
              <a:rPr lang="es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receiveDamage</a:t>
            </a:r>
            <a:r>
              <a:rPr lang="es" sz="1400">
                <a:solidFill>
                  <a:schemeClr val="dk1"/>
                </a:solidFill>
              </a:rPr>
              <a:t> behaviors)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Class Soldier</a:t>
            </a:r>
            <a:endParaRPr b="1"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93775"/>
            <a:ext cx="8705700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119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Class Viking</a:t>
            </a:r>
            <a:endParaRPr b="1"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88" y="631825"/>
            <a:ext cx="8715375" cy="445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Class Saxon</a:t>
            </a:r>
            <a:endParaRPr b="1"/>
          </a:p>
        </p:txBody>
      </p:sp>
      <p:pic>
        <p:nvPicPr>
          <p:cNvPr id="90" name="Google Shape;9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0" cy="330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Wargame - Generating Vikings and Saxon </a:t>
            </a:r>
            <a:r>
              <a:rPr lang="es"/>
              <a:t>Attributes</a:t>
            </a:r>
            <a:endParaRPr/>
          </a:p>
        </p:txBody>
      </p:sp>
      <p:pic>
        <p:nvPicPr>
          <p:cNvPr id="96" name="Google Shape;96;p19" title="Captura de pantalla 2025-10-10 a las 12.06.5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063" y="1219250"/>
            <a:ext cx="7185874" cy="32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/>
          <p:nvPr/>
        </p:nvSpPr>
        <p:spPr>
          <a:xfrm>
            <a:off x="3027350" y="-539175"/>
            <a:ext cx="918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Wargame - Defining the Battle</a:t>
            </a:r>
            <a:endParaRPr/>
          </a:p>
        </p:txBody>
      </p:sp>
      <p:pic>
        <p:nvPicPr>
          <p:cNvPr id="103" name="Google Shape;103;p20" title="Captura de pantalla 2025-10-10 a las 12.16.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8650" y="1017725"/>
            <a:ext cx="6686707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Wargame - Defining the Battle / Showing the Result</a:t>
            </a:r>
            <a:endParaRPr/>
          </a:p>
        </p:txBody>
      </p:sp>
      <p:pic>
        <p:nvPicPr>
          <p:cNvPr id="109" name="Google Shape;109;p21" title="Captura de pantalla 2025-10-10 a las 12.13.2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9837" y="1017725"/>
            <a:ext cx="5784326" cy="3992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Wargame - Game R</a:t>
            </a:r>
            <a:r>
              <a:rPr lang="es"/>
              <a:t>unning</a:t>
            </a:r>
            <a:r>
              <a:rPr lang="es"/>
              <a:t>!!!</a:t>
            </a:r>
            <a:endParaRPr/>
          </a:p>
        </p:txBody>
      </p:sp>
      <p:pic>
        <p:nvPicPr>
          <p:cNvPr id="115" name="Google Shape;115;p22" title="Captura de pantalla 2025-10-10 a las 12.19.3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0700" y="1017725"/>
            <a:ext cx="5562600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Wargame - Up the Vikings!!!!</a:t>
            </a:r>
            <a:endParaRPr/>
          </a:p>
        </p:txBody>
      </p:sp>
      <p:pic>
        <p:nvPicPr>
          <p:cNvPr id="121" name="Google Shape;121;p23" title="Captura de pantalla 2025-10-10 a las 12.21.0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6413" y="1017725"/>
            <a:ext cx="5591175" cy="356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