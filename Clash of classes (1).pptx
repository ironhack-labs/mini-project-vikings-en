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Tomo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Tomorrow-regular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19" Type="http://schemas.openxmlformats.org/officeDocument/2006/relationships/font" Target="fonts/Tomorrow-italic.fntdata"/><Relationship Id="rId6" Type="http://schemas.openxmlformats.org/officeDocument/2006/relationships/slide" Target="slides/slide2.xml"/><Relationship Id="rId18" Type="http://schemas.openxmlformats.org/officeDocument/2006/relationships/font" Target="fonts/Tomorr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af8ea8d06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8af8ea8d06_6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af8ea8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af8ea8d0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f8ea8d0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f8ea8d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af8ea8d0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af8ea8d0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af8ea8d06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af8ea8d0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af8ea8d06_0_6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8af8ea8d06_0_6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af8ea8d06_0_6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af8ea8d06_4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af8ea8d06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346" y="6457950"/>
            <a:ext cx="1435503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hyperlink" Target="http://drive.google.com/file/d/16QKcM_WDAC7rY-Mf9LdyrpQ6pZzYfyYT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hyperlink" Target="http://drive.google.com/file/d/16QKcM_WDAC7rY-Mf9LdyrpQ6pZzYfyYT/view" TargetMode="External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5788450" y="432350"/>
            <a:ext cx="5933700" cy="25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b="1" lang="de-DE" sz="5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Clash of Classes</a:t>
            </a:r>
            <a:endParaRPr b="1" sz="5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t/>
            </a:r>
            <a:endParaRPr b="1" sz="39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lang="de-DE" sz="2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Vikings vs. Saxons:  A Python Battle Royale</a:t>
            </a:r>
            <a:endParaRPr sz="2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" name="Google Shape;89;p14"/>
          <p:cNvSpPr txBox="1"/>
          <p:nvPr>
            <p:ph type="ctrTitle"/>
          </p:nvPr>
        </p:nvSpPr>
        <p:spPr>
          <a:xfrm>
            <a:off x="7279000" y="5189563"/>
            <a:ext cx="2952600" cy="17853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Natasha Silvestre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Mitesh Parab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Mohamad Traiki</a:t>
            </a:r>
            <a:endParaRPr sz="2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Girish Kumar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7746850" y="3596704"/>
            <a:ext cx="2016900" cy="3282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  <a:effectLst>
            <a:outerShdw blurRad="57150" rotWithShape="0" algn="bl" dir="192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rPr b="1" lang="de-DE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War Masters:</a:t>
            </a:r>
            <a:endParaRPr b="1" sz="15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67775" y="3827475"/>
            <a:ext cx="230700" cy="290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 title="Viking dance music _ Viking and Nordic music Composed by Evergreen #shorts_ #trendingnow #youtube [ZR64BrhkVuw]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20700" y="62748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title="n3b_FcxHwYJQa__08ucHN.png"/>
          <p:cNvPicPr preferRelativeResize="0"/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63575" y="1721250"/>
            <a:ext cx="5484900" cy="469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Battle Scenario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Vikings and Saxons clash in an epic war simulation. Both are soldiers with unique combat abilities, but each fights differently.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mission: Build a complete combat system using Python’s Inheritance model to bring this medieval battle to life.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248388" y="1721250"/>
            <a:ext cx="5350500" cy="457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base and derived classes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super() for inheritance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overriding techniques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Managing object collections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Random selection algorithms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09150" y="229975"/>
            <a:ext cx="11850000" cy="6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Project Overview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qD1WhU1bwwKKKNvJPwJGr.png"/>
          <p:cNvPicPr preferRelativeResize="0"/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536900" y="1580075"/>
            <a:ext cx="5800500" cy="4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2575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sz="2575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Initialize with health and strength properties to 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track combat readiness and attach power.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24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attack() Method</a:t>
            </a:r>
            <a:endParaRPr b="1" sz="24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Returns the soldier’s strength value, representing the damage dealt in combat.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de-DE" sz="22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receiveDamage() Method</a:t>
            </a:r>
            <a:endParaRPr b="1"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18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Reduces health by the damage amount received. No return value needed.</a:t>
            </a:r>
            <a:endParaRPr sz="18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199725" y="260675"/>
            <a:ext cx="11796600" cy="69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</a:t>
            </a: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 the Soldier Base Class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26025" y="1415650"/>
            <a:ext cx="417870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Soldier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health, strength):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= health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 = 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attack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damage):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-= damage</a:t>
            </a:r>
            <a:endParaRPr sz="3056">
              <a:solidFill>
                <a:srgbClr val="EEEEEE"/>
              </a:solidFill>
              <a:highlight>
                <a:srgbClr val="1F1F1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2025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4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 title="sMlgXatBtHrKDqiNA3Rem.png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0" y="-1600"/>
            <a:ext cx="5557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type="title"/>
          </p:nvPr>
        </p:nvSpPr>
        <p:spPr>
          <a:xfrm>
            <a:off x="2438550" y="66075"/>
            <a:ext cx="6522300" cy="933000"/>
          </a:xfrm>
          <a:prstGeom prst="rect">
            <a:avLst/>
          </a:prstGeom>
          <a:effectLst>
            <a:outerShdw blurRad="57150" rotWithShape="0" algn="bl" dist="9525">
              <a:srgbClr val="FFFFFF">
                <a:alpha val="16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de-DE" sz="4266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Creating the Viking Warrior</a:t>
            </a:r>
            <a:endParaRPr b="1" sz="3800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104625" y="5501900"/>
            <a:ext cx="5249400" cy="6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0" y="1268846"/>
            <a:ext cx="5494500" cy="506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Viking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 name, health, strength):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 = name   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battleCry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“Odin Owns You All!"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damage):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- damage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&gt;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name} has received {damage} points of damage"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.name} has died in act of combat"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6032675" y="933001"/>
            <a:ext cx="5494500" cy="5280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Inherited class from parent class soldier.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Takes 3 parameters: 2 from parent class (health,strength) and an independent parameter name.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Includes 2 methods: battleCry and recieveDamage.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battleCry returns a rallying cry and a challenge. "Odin Owns You All!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recieveDamage() takes the parameter damage as an input. 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Calculates the new health of the viking army according to damage    taken.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Damage is equal strength attribute of the saxon army.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title="ChatGPT Image 10 de out. de 2025, 13_25_43.png"/>
          <p:cNvPicPr preferRelativeResize="0"/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6375725" y="0"/>
            <a:ext cx="5816274" cy="694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>
            <p:ph type="title"/>
          </p:nvPr>
        </p:nvSpPr>
        <p:spPr>
          <a:xfrm>
            <a:off x="38351" y="-1225"/>
            <a:ext cx="12041700" cy="1056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8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 the Saxon warriors</a:t>
            </a:r>
            <a:endParaRPr b="1" i="1" sz="4200" u="sng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17925" y="1363200"/>
            <a:ext cx="5557800" cy="5156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Saxon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health, strength)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damage):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=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 damage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received {damage} points of damage"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died in combat"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5619275" y="1154752"/>
            <a:ext cx="6038700" cy="6972300"/>
          </a:xfrm>
          <a:prstGeom prst="rect">
            <a:avLst/>
          </a:prstGeom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Battle Logic: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vikingAttack():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 Randomly selects a Viking and a Saxon. The Viking attacks, and the Saxon receives damage. If a Saxon's health reaches zero or below, they are removed from the army. Returns a message about the attack result.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saxonAttack():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The Saxon attacks a Viking using the same logic, removing dead Vikings.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79237" rtl="0" algn="ctr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Keep the War Status Updated: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showStatus():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Checks the armies and returns a message: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Saxon army is empty, Vikings have won.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Viking army is empty, Saxons survive another day.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both armies have fighters, the battle continues.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87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0" y="52431"/>
            <a:ext cx="1206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Class War Structure</a:t>
            </a:r>
            <a:endParaRPr sz="42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73750" y="1231568"/>
            <a:ext cx="5314200" cy="5662500"/>
          </a:xfrm>
          <a:prstGeom prst="rect">
            <a:avLst/>
          </a:prstGeom>
          <a:noFill/>
          <a:ln>
            <a:noFill/>
          </a:ln>
          <a:effectLst>
            <a:outerShdw blurRad="59602" rotWithShape="0" algn="bl" dir="5400000" dist="19867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86">
                <a:solidFill>
                  <a:srgbClr val="D1D2D3"/>
                </a:solidFill>
              </a:rPr>
              <a:t>Used Attributes:</a:t>
            </a:r>
            <a:endParaRPr b="1" sz="1886">
              <a:solidFill>
                <a:srgbClr val="D1D2D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34">
              <a:solidFill>
                <a:srgbClr val="D1D2D3"/>
              </a:solidFill>
            </a:endParaRPr>
          </a:p>
          <a:p>
            <a:pPr indent="-339459" lvl="0" marL="479237" rtl="0" algn="l"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-DE" sz="1572">
                <a:solidFill>
                  <a:srgbClr val="D1D2D3"/>
                </a:solidFill>
              </a:rPr>
              <a:t>this is a list, that stores the Vikings in war</a:t>
            </a:r>
            <a:endParaRPr sz="1572">
              <a:solidFill>
                <a:srgbClr val="D1D2D3"/>
              </a:solidFill>
            </a:endParaRPr>
          </a:p>
          <a:p>
            <a:pPr indent="-339459" lvl="0" marL="479237" marR="79872" rtl="0" algn="l">
              <a:lnSpc>
                <a:spcPct val="150001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lang="de-DE" sz="1572">
                <a:solidFill>
                  <a:srgbClr val="D1D2D3"/>
                </a:solidFill>
              </a:rPr>
              <a:t>lists all the Saxons</a:t>
            </a:r>
            <a:endParaRPr sz="1572">
              <a:solidFill>
                <a:srgbClr val="D1D2D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781">
                <a:solidFill>
                  <a:schemeClr val="lt2"/>
                </a:solidFill>
              </a:rPr>
              <a:t>Main Responsibilities:</a:t>
            </a:r>
            <a:endParaRPr b="1" sz="178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Manages Both Armies:</a:t>
            </a:r>
            <a:r>
              <a:rPr lang="de-DE" sz="1572">
                <a:solidFill>
                  <a:schemeClr val="lt2"/>
                </a:solidFill>
              </a:rPr>
              <a:t> The War class holds and organizes both Viking and Saxon armies so that battles can be run fairly and efficiently.</a:t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Add Fighters:</a:t>
            </a:r>
            <a:endParaRPr b="1" sz="1572">
              <a:solidFill>
                <a:schemeClr val="lt2"/>
              </a:solidFill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addViking(viking)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Adds a Viking object to the Viking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addSaxon(saxon)</a:t>
            </a:r>
            <a:r>
              <a:rPr lang="de-DE" sz="1467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dds a Saxon object to the Saxon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79872" rtl="0" algn="l">
              <a:lnSpc>
                <a:spcPct val="150001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781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314"/>
              </a:spcBef>
              <a:spcAft>
                <a:spcPts val="0"/>
              </a:spcAft>
              <a:buNone/>
            </a:pPr>
            <a:r>
              <a:t/>
            </a:r>
            <a:endParaRPr sz="1729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229075" y="1568725"/>
            <a:ext cx="6990600" cy="615600"/>
          </a:xfrm>
          <a:prstGeom prst="rect">
            <a:avLst/>
          </a:prstGeom>
          <a:noFill/>
          <a:ln>
            <a:noFill/>
          </a:ln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303975" y="1231575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26850" y="1301400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>
              <a:alpha val="8000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61492" y="631726"/>
            <a:ext cx="4725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700"/>
              <a:buFont typeface="Tomorrow"/>
              <a:buNone/>
            </a:pPr>
            <a:r>
              <a:rPr i="0" lang="de-DE" sz="3700" u="none" cap="none" strike="noStrike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Victory Conditions</a:t>
            </a:r>
            <a:endParaRPr i="0" sz="3700" u="none" cap="none" strike="noStrike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143" name="Google Shape;1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92" y="150584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1795562" y="169485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Win</a:t>
            </a:r>
            <a:endParaRPr b="0" i="0" sz="1800" u="none" cap="none" strike="noStrike"/>
          </a:p>
        </p:txBody>
      </p:sp>
      <p:sp>
        <p:nvSpPr>
          <p:cNvPr id="145" name="Google Shape;145;p20"/>
          <p:cNvSpPr/>
          <p:nvPr/>
        </p:nvSpPr>
        <p:spPr>
          <a:xfrm>
            <a:off x="1795562" y="210353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saxon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</a:t>
            </a:r>
            <a:r>
              <a:rPr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have won the war of the century!</a:t>
            </a:r>
            <a:endParaRPr b="1" i="0" sz="1500" u="none" cap="none" strike="noStrike"/>
          </a:p>
        </p:txBody>
      </p:sp>
      <p:pic>
        <p:nvPicPr>
          <p:cNvPr descr="preencoded.png" id="146" name="Google Shape;14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92" y="263991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1795562" y="282892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Survive</a:t>
            </a:r>
            <a:endParaRPr b="0" i="0" sz="1800" u="none" cap="none" strike="noStrike"/>
          </a:p>
        </p:txBody>
      </p:sp>
      <p:sp>
        <p:nvSpPr>
          <p:cNvPr id="148" name="Google Shape;148;p20"/>
          <p:cNvSpPr/>
          <p:nvPr/>
        </p:nvSpPr>
        <p:spPr>
          <a:xfrm>
            <a:off x="1795562" y="323760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viking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have fought for their lives and survive another day</a:t>
            </a:r>
            <a:r>
              <a:rPr b="1"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  <a:endParaRPr b="0" i="0" sz="1500" u="none" cap="none" strike="noStrike"/>
          </a:p>
        </p:txBody>
      </p:sp>
      <p:pic>
        <p:nvPicPr>
          <p:cNvPr descr="preencoded.png" id="149" name="Google Shape;1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92" y="377398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1795562" y="396299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Battle Continues</a:t>
            </a:r>
            <a:endParaRPr b="0" i="0" sz="1800" u="none" cap="none" strike="noStrike"/>
          </a:p>
        </p:txBody>
      </p:sp>
      <p:sp>
        <p:nvSpPr>
          <p:cNvPr id="151" name="Google Shape;151;p20"/>
          <p:cNvSpPr/>
          <p:nvPr/>
        </p:nvSpPr>
        <p:spPr>
          <a:xfrm>
            <a:off x="1795562" y="4371678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both armies have warriors: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and Saxons are still in the thick of battle.</a:t>
            </a:r>
            <a:endParaRPr b="1" i="0" sz="1500" u="none" cap="none" strike="noStrike"/>
          </a:p>
        </p:txBody>
      </p:sp>
      <p:pic>
        <p:nvPicPr>
          <p:cNvPr id="152" name="Google Shape;152;p20" title="Viking dance music _ Viking and Nordic music Composed by Evergreen #shorts_ #trendingnow #youtube [ZR64BrhkVuw]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0350" y="53651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2669900"/>
            <a:ext cx="10515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8F8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4250">
                <a:solidFill>
                  <a:srgbClr val="F8F8F8"/>
                </a:solidFill>
                <a:latin typeface="Impact"/>
                <a:ea typeface="Impact"/>
                <a:cs typeface="Impact"/>
                <a:sym typeface="Impact"/>
              </a:rPr>
              <a:t>Thank you for your attention!</a:t>
            </a:r>
            <a:endParaRPr sz="4250">
              <a:solidFill>
                <a:srgbClr val="F8F8F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